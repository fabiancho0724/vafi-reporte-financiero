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95" d="100"/>
          <a:sy n="95" d="100"/>
        </p:scale>
        <p:origin x="39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5AD59-4FC7-4B3E-A27A-03C42EFAE9A6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837B0-6149-4DDC-849B-60A15C0EA5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994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gauge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gauge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gauge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gauge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Valor Inicial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gauge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gauge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gauge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Valor Inicial ,Valor Inicial ,Valor Inicial ,Valor Inicial ,gauge ,Valor Inicial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Ingresos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Valor Inicial ,gauge ,Valor Inicial ,Valor Inicial ,Valor Inicial ,Valor Inicial ,Valor Inicial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Valor Inicial ,Valor Inicial ,gauge ,Valor Inicial ,Valor Inicial ,Valor Inicial ,Valor Inicial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Valor Inicial ,Valor Inicial ,gauge ,Valor Inicial ,Valor Inicial ,Valor Inicial ,Valor Inicial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Valor Inicial ,Valor Inicial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Valor Inicial ,Valor Inicial ,Valor Inicial ,Valor Inicial ,Valor Inicial ,gauge ,gauge ,gauge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Gastos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. Please refer to the notes on this slide for detai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233</Words>
  <Application>Microsoft Office PowerPoint</Application>
  <PresentationFormat>Panorámica</PresentationFormat>
  <Paragraphs>117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Custom Design</vt:lpstr>
      <vt:lpstr>Portada</vt:lpstr>
      <vt:lpstr>Ingresos</vt:lpstr>
      <vt:lpstr>R10</vt:lpstr>
      <vt:lpstr>R20</vt:lpstr>
      <vt:lpstr>R30</vt:lpstr>
      <vt:lpstr>R40</vt:lpstr>
      <vt:lpstr>Gastos</vt:lpstr>
      <vt:lpstr>Diap4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Fabian Cely</cp:lastModifiedBy>
  <cp:revision>5</cp:revision>
  <dcterms:created xsi:type="dcterms:W3CDTF">2016-09-04T11:54:55Z</dcterms:created>
  <dcterms:modified xsi:type="dcterms:W3CDTF">2026-05-12T21:18:34Z</dcterms:modified>
</cp:coreProperties>
</file>